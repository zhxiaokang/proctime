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04"/>
  </p:normalViewPr>
  <p:slideViewPr>
    <p:cSldViewPr snapToGrid="0" snapToObjects="1" showGuides="1">
      <p:cViewPr varScale="1">
        <p:scale>
          <a:sx n="85" d="100"/>
          <a:sy n="85" d="100"/>
        </p:scale>
        <p:origin x="960" y="17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DFDD-A3C0-0A45-A29B-3F7B763DB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9F766-B412-3349-9383-54DB57FA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1225-83E1-AF45-8640-E56E9D80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A042-D40F-4C43-8B45-10DC4345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60E-5A6A-F347-B6AD-97D12598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53043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A4E8-CA22-7F48-AA83-558E9DB8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079DE-5580-0548-AB26-52407D266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22AE6-55AD-FA4A-8457-B4B45CCD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AD4F-070F-4743-ACF7-97300593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A5768-8EE3-4647-8329-68E7E3B1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5619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6DF8-9ACA-9242-81A5-F9C2C100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18098-9278-9342-B471-80609E3F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DAB2D-EB0F-E740-8B06-6DEAF291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E841-502A-1844-86B9-38DB2FB5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DCD38-EBF9-5343-8A86-ADA0A34C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8936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1367-AD5B-7440-B330-544F166B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26A1-28AD-624E-8874-04B665E8B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4CB2C-A295-7D49-A75D-D0EECE7DB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3FA28-31E6-2843-9310-9637544F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45F08-4F1B-C94B-9B28-2E275BCB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D55B3-B2C3-8C49-BD9C-2E5BCCD2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4300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011C-0521-9E49-8178-2FD1AA1C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87A4-3CF4-DD4E-AD7F-7CDB83C80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A3D6B-0EA4-8041-ABB8-013222DAE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E2EFA-CF23-C04F-A276-A49B37F79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D41C2-7581-034C-821D-4B4B2B22C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8D7D7-E4AB-0146-A546-ABFF37BC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FAF31-AF07-C745-9967-24D19486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3893D-3CBA-3F41-BD38-EDE2A10D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0425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9F6B-4E93-A24F-A163-2D1EA75E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4BF73-79CD-6242-BC70-13680418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E8FD2-A2A5-2C4C-A3EA-52C02187B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6E0E2-3090-6444-AEC4-AEF525FE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5186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A927B-0C84-4D42-B943-116C97B4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488F8-1840-B24C-B2EA-21B7F303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2EE56-183B-8E44-9E3C-BC6BDDB2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8597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C1F3-5D85-0C41-AABF-3135835F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505B-9752-F947-B4E7-547BF843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FD834-EE47-7B40-A986-0F5DC4CD6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5A2C4-6297-D241-8547-90A2CF6D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BB2B7-D0AD-A44C-B9C8-7173317A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A1961-5B15-BC4C-A6C9-DB95211C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617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FC4D-B09F-4344-8C9C-99CEAAF6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58A6D-D666-DD4E-A544-490FE0CF8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8D5C1-08EB-4D46-BD26-6B4BDA20F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C117B-1B7C-754F-95C6-C62E3156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757DC-146A-FC47-A0C7-0E199C27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25035-7D4B-D849-B71A-5C438285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2597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DFC5-DC23-2349-B59C-6B29A5E0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03C94-7333-0448-996C-D53AA9E5B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5A055-1398-544C-BB55-8CF715EF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59B37-6D07-F640-A72D-BB841043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8D59-B227-BF49-A6E1-572AB115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2740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7B9C6-0B2F-094E-B018-B41331460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ABDB7-CF5D-404D-A06F-B35687811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3BC8D-73AF-0743-9884-C6426848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D348-CF75-344A-8112-465A35E9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B8F70-3551-FC4E-A2E2-FD23CC5E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5734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CCC75-F8B5-5644-B609-D4C73906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29A8F-1C51-BD4E-B3E1-A5A53E450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9FBD5-B907-B544-B62B-18A864718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1A355-52EF-D94A-9840-AB4DC6D6E0AE}" type="datetimeFigureOut">
              <a:rPr lang="en-NO" smtClean="0"/>
              <a:t>9/2/23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5E7E-6FC2-334A-878A-F7155DAA9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751E1-614E-5341-9029-434EDCEA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26CB8-4A52-E044-B8C8-6C1265E3D536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7666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DCA209-3DA2-AD4B-93F8-64BDC3757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9" y="1414461"/>
            <a:ext cx="5791201" cy="4343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D6716B-F34D-C142-8909-66BFB475AFB5}"/>
              </a:ext>
            </a:extLst>
          </p:cNvPr>
          <p:cNvSpPr txBox="1"/>
          <p:nvPr/>
        </p:nvSpPr>
        <p:spPr>
          <a:xfrm>
            <a:off x="3328988" y="1771655"/>
            <a:ext cx="1511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Gleason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D1FFB-0C67-7043-9830-B00749DA71AC}"/>
              </a:ext>
            </a:extLst>
          </p:cNvPr>
          <p:cNvSpPr txBox="1"/>
          <p:nvPr/>
        </p:nvSpPr>
        <p:spPr>
          <a:xfrm>
            <a:off x="3276088" y="2624236"/>
            <a:ext cx="1564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Gleason Score</a:t>
            </a:r>
          </a:p>
          <a:p>
            <a:r>
              <a:rPr lang="en-NO" dirty="0"/>
              <a:t>+ pT stage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B3969-0850-2A48-993D-7BA68D38ABB6}"/>
              </a:ext>
            </a:extLst>
          </p:cNvPr>
          <p:cNvSpPr txBox="1"/>
          <p:nvPr/>
        </p:nvSpPr>
        <p:spPr>
          <a:xfrm>
            <a:off x="2893868" y="3640781"/>
            <a:ext cx="1946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Gleason Score</a:t>
            </a:r>
          </a:p>
          <a:p>
            <a:r>
              <a:rPr lang="en-NO"/>
              <a:t>+ </a:t>
            </a:r>
            <a:r>
              <a:rPr lang="en-CN" dirty="0"/>
              <a:t>cell type</a:t>
            </a:r>
            <a:r>
              <a:rPr lang="en-NO"/>
              <a:t> </a:t>
            </a:r>
            <a:r>
              <a:rPr lang="en-NO" dirty="0"/>
              <a:t>subtype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FB894-7A65-164A-86E5-C9A04273C116}"/>
              </a:ext>
            </a:extLst>
          </p:cNvPr>
          <p:cNvSpPr txBox="1"/>
          <p:nvPr/>
        </p:nvSpPr>
        <p:spPr>
          <a:xfrm>
            <a:off x="2893869" y="4520209"/>
            <a:ext cx="19469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Gleason Score</a:t>
            </a:r>
          </a:p>
          <a:p>
            <a:r>
              <a:rPr lang="en-NO"/>
              <a:t>+ </a:t>
            </a:r>
            <a:r>
              <a:rPr lang="en-US" dirty="0"/>
              <a:t>cell type</a:t>
            </a:r>
            <a:r>
              <a:rPr lang="en-NO"/>
              <a:t> </a:t>
            </a:r>
            <a:r>
              <a:rPr lang="en-NO" dirty="0"/>
              <a:t>subtype</a:t>
            </a:r>
          </a:p>
          <a:p>
            <a:r>
              <a:rPr lang="en-NO" dirty="0"/>
              <a:t>+ pT stage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4A0FB-5276-A2EA-0E88-8CDD18127334}"/>
              </a:ext>
            </a:extLst>
          </p:cNvPr>
          <p:cNvSpPr txBox="1"/>
          <p:nvPr/>
        </p:nvSpPr>
        <p:spPr>
          <a:xfrm>
            <a:off x="6315855" y="5652932"/>
            <a:ext cx="2151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Concordance Index</a:t>
            </a:r>
            <a:r>
              <a:rPr lang="en-C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45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Xiaokang Zhang</dc:creator>
  <cp:lastModifiedBy>Xiaokang Zhang</cp:lastModifiedBy>
  <cp:revision>4</cp:revision>
  <dcterms:created xsi:type="dcterms:W3CDTF">2022-03-23T13:37:50Z</dcterms:created>
  <dcterms:modified xsi:type="dcterms:W3CDTF">2023-09-02T08:32:21Z</dcterms:modified>
</cp:coreProperties>
</file>